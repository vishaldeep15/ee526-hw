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F34D7-981E-4EBA-999B-8CF50E285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F4084-EC7B-46D3-B854-B7F327CCE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CA6F9-45C4-4215-B140-C0B6D851C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2336-16FE-4AC4-8EED-85A028A54A50}" type="datetimeFigureOut">
              <a:rPr lang="en-US" smtClean="0"/>
              <a:t>12/8/2019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3B4B9-FF87-4451-BF3F-B2135516E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C7219-0A08-4121-8F2B-3A8ADFC00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8E64-BD4A-4E87-AC87-7737FFE16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25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34A3B-5EC1-42DE-B6B3-0A0187A3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5B0CA-A960-47A8-88B7-63C569F21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C96E6-EBAA-41A5-B996-F0BCA100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2336-16FE-4AC4-8EED-85A028A54A50}" type="datetimeFigureOut">
              <a:rPr lang="en-US" smtClean="0"/>
              <a:t>12/8/2019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C5752-1A87-4FFB-A9C8-DF54755F0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ADC27-E3FD-4CA3-B1D2-156812BA7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8E64-BD4A-4E87-AC87-7737FFE16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6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A78DB-85E3-44BB-AD8E-8164DCFE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37B60-EBB3-42BA-BBC9-51368CC0F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B26B9-2316-4CE6-AEEF-5BF7D2BD1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2336-16FE-4AC4-8EED-85A028A54A50}" type="datetimeFigureOut">
              <a:rPr lang="en-US" smtClean="0"/>
              <a:t>12/8/2019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F5FCB-B552-4826-B304-45169DFC7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3BBED-8CD1-4F55-8424-EA45FE90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8E64-BD4A-4E87-AC87-7737FFE16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5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308FA-5B3F-4224-9F42-E02612731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888FF-042A-4ADD-A236-AD43B46C9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BE955-DDDA-4AC5-94E0-38B91AD30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52F00-3B05-4B4B-9B74-B127D4005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2336-16FE-4AC4-8EED-85A028A54A50}" type="datetimeFigureOut">
              <a:rPr lang="en-US" smtClean="0"/>
              <a:t>12/8/2019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32DFD-F321-4E31-9D30-E0C8E6D32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3F9CC-9DA3-471A-9C52-2E885CFD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8E64-BD4A-4E87-AC87-7737FFE16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56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2C616-EEC9-4CC9-AF8F-2CFDF79C4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940DF-FADF-46DD-AF29-BA93A2380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96B01-BB53-476D-A6B2-031819211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149A22-6083-436A-831E-7FE245AEF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B5ACB8-D6EB-4345-96F7-4E55A6970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91B308-6E9A-4061-9372-F0DB0E4FC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2336-16FE-4AC4-8EED-85A028A54A50}" type="datetimeFigureOut">
              <a:rPr lang="en-US" smtClean="0"/>
              <a:t>12/8/2019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EE14B9-F529-401E-B06B-51141DB1F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83A71-B260-44B1-897B-4F4C498E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8E64-BD4A-4E87-AC87-7737FFE16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353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62D75-5C8D-49EF-815F-5FBD96F41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9638C7-D2A2-47A4-820B-44CC62B5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2336-16FE-4AC4-8EED-85A028A54A50}" type="datetimeFigureOut">
              <a:rPr lang="en-US" smtClean="0"/>
              <a:t>12/8/2019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F6E77-9789-41D7-8437-4BF3B0B22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AE383-36C3-447C-AB3F-295BBF99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8E64-BD4A-4E87-AC87-7737FFE16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89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6B997C-0756-4F08-92B5-6DF798120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2336-16FE-4AC4-8EED-85A028A54A50}" type="datetimeFigureOut">
              <a:rPr lang="en-US" smtClean="0"/>
              <a:t>12/8/2019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9DE5D-7136-43D1-859C-E9E82F63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5C9AA-77F4-43B4-A104-9050EDBE4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8E64-BD4A-4E87-AC87-7737FFE16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19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D6DC0-B078-467F-9F4C-8A40800B0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191C8-13C7-4AE1-ADF6-F7A88D0FD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809387-CBEB-447A-8262-9B13B04DE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360E3-A32B-4C34-9040-B3C886830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2336-16FE-4AC4-8EED-85A028A54A50}" type="datetimeFigureOut">
              <a:rPr lang="en-US" smtClean="0"/>
              <a:t>12/8/2019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FFC54-A793-4269-BFF1-454B16714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17AB6-294A-4907-8FBB-E05C23862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8E64-BD4A-4E87-AC87-7737FFE16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1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FD728-E4BD-4FF6-848E-8D95579F5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4A2E3B-E6F4-4D56-8EF9-569259629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6C54E-7933-4FA5-A791-4B5D305AD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24DC4-8A59-49DA-BAD5-D88AD88EF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2336-16FE-4AC4-8EED-85A028A54A50}" type="datetimeFigureOut">
              <a:rPr lang="en-US" smtClean="0"/>
              <a:t>12/8/2019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5A5D8-CD45-4F3A-8399-7A87C860C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C3269-E61A-4798-95EA-9FAE5053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8E64-BD4A-4E87-AC87-7737FFE16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60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610DF-398F-4C93-85B3-649FE7F92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26281-1A63-40C8-B246-8F6D2E8F1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85751-3316-477E-844E-B7E06462E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2336-16FE-4AC4-8EED-85A028A54A50}" type="datetimeFigureOut">
              <a:rPr lang="en-US" smtClean="0"/>
              <a:t>12/8/2019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92D61-271E-4463-AF95-8404EBF9A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873AB-C151-4A83-9DF6-90B125C7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8E64-BD4A-4E87-AC87-7737FFE16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3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F1C19-159E-478F-BBCD-357A7AF72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ED246-E928-4C4D-AB06-88A654EA6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C2805-1791-47AF-B5EA-C3C819824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2336-16FE-4AC4-8EED-85A028A54A50}" type="datetimeFigureOut">
              <a:rPr lang="en-US" smtClean="0"/>
              <a:t>12/8/2019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7BF9B-A76D-4CE7-8D2A-F2ED7886B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036C6-CDEE-4782-9257-0E843C50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8E64-BD4A-4E87-AC87-7737FFE16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21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5504B-06AA-41BF-8882-64570670E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BBCBD-29A9-4E7E-B181-DEDA840BE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DB71B-3D44-4A7C-9503-36E4FFF1D4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42336-16FE-4AC4-8EED-85A028A54A50}" type="datetimeFigureOut">
              <a:rPr lang="en-US" smtClean="0"/>
              <a:t>12/8/2019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053B7-DA1C-4592-9B1C-F22496B51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A4313-B12F-4B94-9056-E3613DFF9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F8E64-BD4A-4E87-AC87-7737FFE16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13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water, white, photo, hanging&#10;&#10;Description automatically generated">
            <a:extLst>
              <a:ext uri="{FF2B5EF4-FFF2-40B4-BE49-F238E27FC236}">
                <a16:creationId xmlns:a16="http://schemas.microsoft.com/office/drawing/2014/main" id="{F5F27995-00F2-4A0F-B754-F27FA74EE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356"/>
            <a:ext cx="12192000" cy="61312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1E5B02-9150-41D3-98A8-548D88718BB4}"/>
              </a:ext>
            </a:extLst>
          </p:cNvPr>
          <p:cNvSpPr txBox="1"/>
          <p:nvPr/>
        </p:nvSpPr>
        <p:spPr>
          <a:xfrm>
            <a:off x="318782" y="771787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DD80C-7A61-4F8C-9E08-8E811FDFA36B}"/>
              </a:ext>
            </a:extLst>
          </p:cNvPr>
          <p:cNvSpPr txBox="1"/>
          <p:nvPr/>
        </p:nvSpPr>
        <p:spPr>
          <a:xfrm>
            <a:off x="3487024" y="77178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BD521A-3A12-4B22-A515-461750119C8D}"/>
              </a:ext>
            </a:extLst>
          </p:cNvPr>
          <p:cNvSpPr txBox="1"/>
          <p:nvPr/>
        </p:nvSpPr>
        <p:spPr>
          <a:xfrm>
            <a:off x="1902903" y="771787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1CFFE-2FF8-49E3-B38A-5ABBB175DC41}"/>
              </a:ext>
            </a:extLst>
          </p:cNvPr>
          <p:cNvSpPr txBox="1"/>
          <p:nvPr/>
        </p:nvSpPr>
        <p:spPr>
          <a:xfrm>
            <a:off x="8216036" y="236693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6CA016-B339-4FC5-A2F2-B457D21CB87A}"/>
              </a:ext>
            </a:extLst>
          </p:cNvPr>
          <p:cNvSpPr txBox="1"/>
          <p:nvPr/>
        </p:nvSpPr>
        <p:spPr>
          <a:xfrm>
            <a:off x="6677638" y="2348810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1BA59D-B106-483E-A276-DB465E62F9A8}"/>
              </a:ext>
            </a:extLst>
          </p:cNvPr>
          <p:cNvSpPr txBox="1"/>
          <p:nvPr/>
        </p:nvSpPr>
        <p:spPr>
          <a:xfrm>
            <a:off x="6677638" y="3961167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F4875E-59FC-4A4B-AA5C-D8368795CD4D}"/>
              </a:ext>
            </a:extLst>
          </p:cNvPr>
          <p:cNvSpPr txBox="1"/>
          <p:nvPr/>
        </p:nvSpPr>
        <p:spPr>
          <a:xfrm>
            <a:off x="5085827" y="3952589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Q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A21D4A-82CD-44EF-875A-5F20F5691B77}"/>
              </a:ext>
            </a:extLst>
          </p:cNvPr>
          <p:cNvSpPr txBox="1"/>
          <p:nvPr/>
        </p:nvSpPr>
        <p:spPr>
          <a:xfrm>
            <a:off x="3528274" y="3962701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3B3F56-49A4-4393-A42B-148C6FE716D5}"/>
              </a:ext>
            </a:extLst>
          </p:cNvPr>
          <p:cNvSpPr txBox="1"/>
          <p:nvPr/>
        </p:nvSpPr>
        <p:spPr>
          <a:xfrm>
            <a:off x="1900107" y="395847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2CD97B-A97C-45D0-8F09-9A6CB365F6E4}"/>
              </a:ext>
            </a:extLst>
          </p:cNvPr>
          <p:cNvSpPr txBox="1"/>
          <p:nvPr/>
        </p:nvSpPr>
        <p:spPr>
          <a:xfrm>
            <a:off x="2000073" y="2348810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53C540-32B9-4DB0-A00E-F7FB13EE28E2}"/>
              </a:ext>
            </a:extLst>
          </p:cNvPr>
          <p:cNvSpPr txBox="1"/>
          <p:nvPr/>
        </p:nvSpPr>
        <p:spPr>
          <a:xfrm>
            <a:off x="3606566" y="2348810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J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A283E-AE38-42A9-ABBB-313B5AF926CD}"/>
              </a:ext>
            </a:extLst>
          </p:cNvPr>
          <p:cNvSpPr txBox="1"/>
          <p:nvPr/>
        </p:nvSpPr>
        <p:spPr>
          <a:xfrm>
            <a:off x="5071145" y="2336523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295B27-EF67-4997-AAA2-9C1515EA23E5}"/>
              </a:ext>
            </a:extLst>
          </p:cNvPr>
          <p:cNvSpPr txBox="1"/>
          <p:nvPr/>
        </p:nvSpPr>
        <p:spPr>
          <a:xfrm>
            <a:off x="11436990" y="790151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AFA599-E16C-4357-86A4-233BAC29005E}"/>
              </a:ext>
            </a:extLst>
          </p:cNvPr>
          <p:cNvSpPr txBox="1"/>
          <p:nvPr/>
        </p:nvSpPr>
        <p:spPr>
          <a:xfrm>
            <a:off x="9852869" y="77178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4E199-52BD-4C11-91E4-02D1C45DAEFA}"/>
              </a:ext>
            </a:extLst>
          </p:cNvPr>
          <p:cNvSpPr txBox="1"/>
          <p:nvPr/>
        </p:nvSpPr>
        <p:spPr>
          <a:xfrm>
            <a:off x="8258961" y="772995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30B1B9-95BC-4F1E-82A3-2A5C7541B568}"/>
              </a:ext>
            </a:extLst>
          </p:cNvPr>
          <p:cNvSpPr txBox="1"/>
          <p:nvPr/>
        </p:nvSpPr>
        <p:spPr>
          <a:xfrm>
            <a:off x="6665053" y="77178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219F91-B29C-419F-BEE8-B7FA9B3D45BB}"/>
              </a:ext>
            </a:extLst>
          </p:cNvPr>
          <p:cNvSpPr txBox="1"/>
          <p:nvPr/>
        </p:nvSpPr>
        <p:spPr>
          <a:xfrm>
            <a:off x="5071145" y="77178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F219F6-B3AB-4EC4-8291-3F45EBD7922D}"/>
              </a:ext>
            </a:extLst>
          </p:cNvPr>
          <p:cNvSpPr txBox="1"/>
          <p:nvPr/>
        </p:nvSpPr>
        <p:spPr>
          <a:xfrm>
            <a:off x="8295316" y="553501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580ED2-FAFF-48C4-B0C9-ED819E95CE4E}"/>
              </a:ext>
            </a:extLst>
          </p:cNvPr>
          <p:cNvSpPr txBox="1"/>
          <p:nvPr/>
        </p:nvSpPr>
        <p:spPr>
          <a:xfrm>
            <a:off x="6677638" y="5571743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7332BB-7639-4929-B397-C04493D1E899}"/>
              </a:ext>
            </a:extLst>
          </p:cNvPr>
          <p:cNvSpPr txBox="1"/>
          <p:nvPr/>
        </p:nvSpPr>
        <p:spPr>
          <a:xfrm>
            <a:off x="5019413" y="5557575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21484C-3388-410A-AE91-44EFA9C25D0D}"/>
              </a:ext>
            </a:extLst>
          </p:cNvPr>
          <p:cNvSpPr txBox="1"/>
          <p:nvPr/>
        </p:nvSpPr>
        <p:spPr>
          <a:xfrm>
            <a:off x="3487024" y="5567362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9AC598-BEA5-47C6-A481-F7B1A214A0F1}"/>
              </a:ext>
            </a:extLst>
          </p:cNvPr>
          <p:cNvSpPr txBox="1"/>
          <p:nvPr/>
        </p:nvSpPr>
        <p:spPr>
          <a:xfrm>
            <a:off x="1900107" y="553501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D505D2-8DB3-4CF0-AB2E-3278F65C2B67}"/>
              </a:ext>
            </a:extLst>
          </p:cNvPr>
          <p:cNvSpPr txBox="1"/>
          <p:nvPr/>
        </p:nvSpPr>
        <p:spPr>
          <a:xfrm>
            <a:off x="8295316" y="3961167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284A4A-95FA-4AF0-98A0-9D3BDAAE8029}"/>
              </a:ext>
            </a:extLst>
          </p:cNvPr>
          <p:cNvSpPr txBox="1"/>
          <p:nvPr/>
        </p:nvSpPr>
        <p:spPr>
          <a:xfrm>
            <a:off x="9852869" y="3952589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74F5F3-E65B-47CE-A892-F0CFFDD49078}"/>
              </a:ext>
            </a:extLst>
          </p:cNvPr>
          <p:cNvSpPr txBox="1"/>
          <p:nvPr/>
        </p:nvSpPr>
        <p:spPr>
          <a:xfrm>
            <a:off x="9876637" y="5557575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Z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F7FFF6-F979-424F-8463-D2DDEB1E46CE}"/>
              </a:ext>
            </a:extLst>
          </p:cNvPr>
          <p:cNvSpPr txBox="1"/>
          <p:nvPr/>
        </p:nvSpPr>
        <p:spPr>
          <a:xfrm>
            <a:off x="9852869" y="2362187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BA99E37-58A1-46C1-9BF8-AB207F677CBF}"/>
              </a:ext>
            </a:extLst>
          </p:cNvPr>
          <p:cNvCxnSpPr/>
          <p:nvPr/>
        </p:nvCxnSpPr>
        <p:spPr>
          <a:xfrm>
            <a:off x="973123" y="1094951"/>
            <a:ext cx="77178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06C314D-4942-49AE-A3D2-A52A81401CDF}"/>
              </a:ext>
            </a:extLst>
          </p:cNvPr>
          <p:cNvCxnSpPr/>
          <p:nvPr/>
        </p:nvCxnSpPr>
        <p:spPr>
          <a:xfrm>
            <a:off x="2560041" y="1094951"/>
            <a:ext cx="77178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CA42FA-2D98-462C-9714-7B495F5493CB}"/>
              </a:ext>
            </a:extLst>
          </p:cNvPr>
          <p:cNvCxnSpPr/>
          <p:nvPr/>
        </p:nvCxnSpPr>
        <p:spPr>
          <a:xfrm>
            <a:off x="4162338" y="1113316"/>
            <a:ext cx="77178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3ADBD3E-F7EF-4D00-B6EE-50793970911C}"/>
              </a:ext>
            </a:extLst>
          </p:cNvPr>
          <p:cNvCxnSpPr>
            <a:cxnSpLocks/>
          </p:cNvCxnSpPr>
          <p:nvPr/>
        </p:nvCxnSpPr>
        <p:spPr>
          <a:xfrm flipV="1">
            <a:off x="5746459" y="1100731"/>
            <a:ext cx="798352" cy="1258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B1900E5-CFFC-4FF8-8030-D0A3EC87AAB6}"/>
              </a:ext>
            </a:extLst>
          </p:cNvPr>
          <p:cNvCxnSpPr>
            <a:cxnSpLocks/>
          </p:cNvCxnSpPr>
          <p:nvPr/>
        </p:nvCxnSpPr>
        <p:spPr>
          <a:xfrm>
            <a:off x="7316596" y="1123346"/>
            <a:ext cx="785770" cy="15620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DB3ADBD-326B-42F2-8820-A36932A97F59}"/>
              </a:ext>
            </a:extLst>
          </p:cNvPr>
          <p:cNvCxnSpPr>
            <a:cxnSpLocks/>
          </p:cNvCxnSpPr>
          <p:nvPr/>
        </p:nvCxnSpPr>
        <p:spPr>
          <a:xfrm>
            <a:off x="8923091" y="2713748"/>
            <a:ext cx="785770" cy="15620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0387C9D-912B-477F-8054-1C1A862E8B27}"/>
              </a:ext>
            </a:extLst>
          </p:cNvPr>
          <p:cNvCxnSpPr>
            <a:cxnSpLocks/>
          </p:cNvCxnSpPr>
          <p:nvPr/>
        </p:nvCxnSpPr>
        <p:spPr>
          <a:xfrm flipH="1">
            <a:off x="10494628" y="1182848"/>
            <a:ext cx="798352" cy="30929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248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water, white, photo, hanging&#10;&#10;Description automatically generated">
            <a:extLst>
              <a:ext uri="{FF2B5EF4-FFF2-40B4-BE49-F238E27FC236}">
                <a16:creationId xmlns:a16="http://schemas.microsoft.com/office/drawing/2014/main" id="{F5F27995-00F2-4A0F-B754-F27FA74EE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356"/>
            <a:ext cx="12192000" cy="61312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1E5B02-9150-41D3-98A8-548D88718BB4}"/>
              </a:ext>
            </a:extLst>
          </p:cNvPr>
          <p:cNvSpPr txBox="1"/>
          <p:nvPr/>
        </p:nvSpPr>
        <p:spPr>
          <a:xfrm>
            <a:off x="318782" y="771787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DD80C-7A61-4F8C-9E08-8E811FDFA36B}"/>
              </a:ext>
            </a:extLst>
          </p:cNvPr>
          <p:cNvSpPr txBox="1"/>
          <p:nvPr/>
        </p:nvSpPr>
        <p:spPr>
          <a:xfrm>
            <a:off x="3487024" y="77178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BD521A-3A12-4B22-A515-461750119C8D}"/>
              </a:ext>
            </a:extLst>
          </p:cNvPr>
          <p:cNvSpPr txBox="1"/>
          <p:nvPr/>
        </p:nvSpPr>
        <p:spPr>
          <a:xfrm>
            <a:off x="1902903" y="771787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1CFFE-2FF8-49E3-B38A-5ABBB175DC41}"/>
              </a:ext>
            </a:extLst>
          </p:cNvPr>
          <p:cNvSpPr txBox="1"/>
          <p:nvPr/>
        </p:nvSpPr>
        <p:spPr>
          <a:xfrm>
            <a:off x="8216036" y="236693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6CA016-B339-4FC5-A2F2-B457D21CB87A}"/>
              </a:ext>
            </a:extLst>
          </p:cNvPr>
          <p:cNvSpPr txBox="1"/>
          <p:nvPr/>
        </p:nvSpPr>
        <p:spPr>
          <a:xfrm>
            <a:off x="6677638" y="2348810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1BA59D-B106-483E-A276-DB465E62F9A8}"/>
              </a:ext>
            </a:extLst>
          </p:cNvPr>
          <p:cNvSpPr txBox="1"/>
          <p:nvPr/>
        </p:nvSpPr>
        <p:spPr>
          <a:xfrm>
            <a:off x="6677638" y="3961167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F4875E-59FC-4A4B-AA5C-D8368795CD4D}"/>
              </a:ext>
            </a:extLst>
          </p:cNvPr>
          <p:cNvSpPr txBox="1"/>
          <p:nvPr/>
        </p:nvSpPr>
        <p:spPr>
          <a:xfrm>
            <a:off x="5085827" y="3952589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Q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A21D4A-82CD-44EF-875A-5F20F5691B77}"/>
              </a:ext>
            </a:extLst>
          </p:cNvPr>
          <p:cNvSpPr txBox="1"/>
          <p:nvPr/>
        </p:nvSpPr>
        <p:spPr>
          <a:xfrm>
            <a:off x="3528274" y="3962701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3B3F56-49A4-4393-A42B-148C6FE716D5}"/>
              </a:ext>
            </a:extLst>
          </p:cNvPr>
          <p:cNvSpPr txBox="1"/>
          <p:nvPr/>
        </p:nvSpPr>
        <p:spPr>
          <a:xfrm>
            <a:off x="1900107" y="395847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2CD97B-A97C-45D0-8F09-9A6CB365F6E4}"/>
              </a:ext>
            </a:extLst>
          </p:cNvPr>
          <p:cNvSpPr txBox="1"/>
          <p:nvPr/>
        </p:nvSpPr>
        <p:spPr>
          <a:xfrm>
            <a:off x="2000073" y="2348810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53C540-32B9-4DB0-A00E-F7FB13EE28E2}"/>
              </a:ext>
            </a:extLst>
          </p:cNvPr>
          <p:cNvSpPr txBox="1"/>
          <p:nvPr/>
        </p:nvSpPr>
        <p:spPr>
          <a:xfrm>
            <a:off x="3606566" y="2348810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J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A283E-AE38-42A9-ABBB-313B5AF926CD}"/>
              </a:ext>
            </a:extLst>
          </p:cNvPr>
          <p:cNvSpPr txBox="1"/>
          <p:nvPr/>
        </p:nvSpPr>
        <p:spPr>
          <a:xfrm>
            <a:off x="5071145" y="2336523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295B27-EF67-4997-AAA2-9C1515EA23E5}"/>
              </a:ext>
            </a:extLst>
          </p:cNvPr>
          <p:cNvSpPr txBox="1"/>
          <p:nvPr/>
        </p:nvSpPr>
        <p:spPr>
          <a:xfrm>
            <a:off x="11436990" y="790151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AFA599-E16C-4357-86A4-233BAC29005E}"/>
              </a:ext>
            </a:extLst>
          </p:cNvPr>
          <p:cNvSpPr txBox="1"/>
          <p:nvPr/>
        </p:nvSpPr>
        <p:spPr>
          <a:xfrm>
            <a:off x="9852869" y="77178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4E199-52BD-4C11-91E4-02D1C45DAEFA}"/>
              </a:ext>
            </a:extLst>
          </p:cNvPr>
          <p:cNvSpPr txBox="1"/>
          <p:nvPr/>
        </p:nvSpPr>
        <p:spPr>
          <a:xfrm>
            <a:off x="8258961" y="772995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30B1B9-95BC-4F1E-82A3-2A5C7541B568}"/>
              </a:ext>
            </a:extLst>
          </p:cNvPr>
          <p:cNvSpPr txBox="1"/>
          <p:nvPr/>
        </p:nvSpPr>
        <p:spPr>
          <a:xfrm>
            <a:off x="6665053" y="77178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219F91-B29C-419F-BEE8-B7FA9B3D45BB}"/>
              </a:ext>
            </a:extLst>
          </p:cNvPr>
          <p:cNvSpPr txBox="1"/>
          <p:nvPr/>
        </p:nvSpPr>
        <p:spPr>
          <a:xfrm>
            <a:off x="5071145" y="77178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F219F6-B3AB-4EC4-8291-3F45EBD7922D}"/>
              </a:ext>
            </a:extLst>
          </p:cNvPr>
          <p:cNvSpPr txBox="1"/>
          <p:nvPr/>
        </p:nvSpPr>
        <p:spPr>
          <a:xfrm>
            <a:off x="8295316" y="553501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580ED2-FAFF-48C4-B0C9-ED819E95CE4E}"/>
              </a:ext>
            </a:extLst>
          </p:cNvPr>
          <p:cNvSpPr txBox="1"/>
          <p:nvPr/>
        </p:nvSpPr>
        <p:spPr>
          <a:xfrm>
            <a:off x="6677638" y="5571743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7332BB-7639-4929-B397-C04493D1E899}"/>
              </a:ext>
            </a:extLst>
          </p:cNvPr>
          <p:cNvSpPr txBox="1"/>
          <p:nvPr/>
        </p:nvSpPr>
        <p:spPr>
          <a:xfrm>
            <a:off x="5019413" y="5557575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21484C-3388-410A-AE91-44EFA9C25D0D}"/>
              </a:ext>
            </a:extLst>
          </p:cNvPr>
          <p:cNvSpPr txBox="1"/>
          <p:nvPr/>
        </p:nvSpPr>
        <p:spPr>
          <a:xfrm>
            <a:off x="3487024" y="5567362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9AC598-BEA5-47C6-A481-F7B1A214A0F1}"/>
              </a:ext>
            </a:extLst>
          </p:cNvPr>
          <p:cNvSpPr txBox="1"/>
          <p:nvPr/>
        </p:nvSpPr>
        <p:spPr>
          <a:xfrm>
            <a:off x="1900107" y="5535016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D505D2-8DB3-4CF0-AB2E-3278F65C2B67}"/>
              </a:ext>
            </a:extLst>
          </p:cNvPr>
          <p:cNvSpPr txBox="1"/>
          <p:nvPr/>
        </p:nvSpPr>
        <p:spPr>
          <a:xfrm>
            <a:off x="8295316" y="3961167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284A4A-95FA-4AF0-98A0-9D3BDAAE8029}"/>
              </a:ext>
            </a:extLst>
          </p:cNvPr>
          <p:cNvSpPr txBox="1"/>
          <p:nvPr/>
        </p:nvSpPr>
        <p:spPr>
          <a:xfrm>
            <a:off x="9852869" y="3952589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74F5F3-E65B-47CE-A892-F0CFFDD49078}"/>
              </a:ext>
            </a:extLst>
          </p:cNvPr>
          <p:cNvSpPr txBox="1"/>
          <p:nvPr/>
        </p:nvSpPr>
        <p:spPr>
          <a:xfrm>
            <a:off x="9876637" y="5557575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Z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F7FFF6-F979-424F-8463-D2DDEB1E46CE}"/>
              </a:ext>
            </a:extLst>
          </p:cNvPr>
          <p:cNvSpPr txBox="1"/>
          <p:nvPr/>
        </p:nvSpPr>
        <p:spPr>
          <a:xfrm>
            <a:off x="9852869" y="2362187"/>
            <a:ext cx="49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CF24478-3FEF-4C7C-B8EB-282D3C02CC39}"/>
              </a:ext>
            </a:extLst>
          </p:cNvPr>
          <p:cNvCxnSpPr/>
          <p:nvPr/>
        </p:nvCxnSpPr>
        <p:spPr>
          <a:xfrm>
            <a:off x="952500" y="1193800"/>
            <a:ext cx="774700" cy="45847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6E6AFBF-750A-43C3-BC9E-168752664005}"/>
              </a:ext>
            </a:extLst>
          </p:cNvPr>
          <p:cNvCxnSpPr>
            <a:cxnSpLocks/>
          </p:cNvCxnSpPr>
          <p:nvPr/>
        </p:nvCxnSpPr>
        <p:spPr>
          <a:xfrm flipH="1">
            <a:off x="2550893" y="4275754"/>
            <a:ext cx="795613" cy="160498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B024D52-0569-4DA3-A650-55A55D9A5433}"/>
              </a:ext>
            </a:extLst>
          </p:cNvPr>
          <p:cNvCxnSpPr>
            <a:cxnSpLocks/>
          </p:cNvCxnSpPr>
          <p:nvPr/>
        </p:nvCxnSpPr>
        <p:spPr>
          <a:xfrm>
            <a:off x="4147338" y="4288998"/>
            <a:ext cx="754251" cy="157849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70EE2CE-24D5-46E4-84F0-372E0F387F3C}"/>
              </a:ext>
            </a:extLst>
          </p:cNvPr>
          <p:cNvCxnSpPr>
            <a:cxnSpLocks/>
          </p:cNvCxnSpPr>
          <p:nvPr/>
        </p:nvCxnSpPr>
        <p:spPr>
          <a:xfrm flipH="1">
            <a:off x="7326743" y="4289542"/>
            <a:ext cx="795613" cy="160498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265072C-174C-4C26-B19F-38D69F456B7B}"/>
              </a:ext>
            </a:extLst>
          </p:cNvPr>
          <p:cNvCxnSpPr>
            <a:cxnSpLocks/>
          </p:cNvCxnSpPr>
          <p:nvPr/>
        </p:nvCxnSpPr>
        <p:spPr>
          <a:xfrm flipH="1">
            <a:off x="5709195" y="5867496"/>
            <a:ext cx="77361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F346575-29F4-49CC-8B4D-C6F51EF40804}"/>
              </a:ext>
            </a:extLst>
          </p:cNvPr>
          <p:cNvCxnSpPr>
            <a:cxnSpLocks/>
          </p:cNvCxnSpPr>
          <p:nvPr/>
        </p:nvCxnSpPr>
        <p:spPr>
          <a:xfrm>
            <a:off x="8908803" y="4288998"/>
            <a:ext cx="754251" cy="157849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197D5B3-FC11-4990-9168-C52852E25816}"/>
              </a:ext>
            </a:extLst>
          </p:cNvPr>
          <p:cNvCxnSpPr>
            <a:cxnSpLocks/>
          </p:cNvCxnSpPr>
          <p:nvPr/>
        </p:nvCxnSpPr>
        <p:spPr>
          <a:xfrm flipH="1">
            <a:off x="10505055" y="1193800"/>
            <a:ext cx="782053" cy="45847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392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52</Words>
  <Application>Microsoft Office PowerPoint</Application>
  <PresentationFormat>Widescreen</PresentationFormat>
  <Paragraphs>52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Deep</dc:creator>
  <cp:lastModifiedBy>Vishal Deep</cp:lastModifiedBy>
  <cp:revision>4</cp:revision>
  <dcterms:created xsi:type="dcterms:W3CDTF">2019-12-09T01:21:09Z</dcterms:created>
  <dcterms:modified xsi:type="dcterms:W3CDTF">2019-12-09T02:14:46Z</dcterms:modified>
</cp:coreProperties>
</file>